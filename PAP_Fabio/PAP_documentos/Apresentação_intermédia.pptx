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comments/comment1.xml" ContentType="application/vnd.openxmlformats-officedocument.presentationml.comment+xml"/>
  <Override PartName="/ppt/commentAuthors.xml" ContentType="application/vnd.openxmlformats-officedocument.presentationml.commentAuthors.main+xml"/>
  <Override PartName="/ppt/comments/comment2.xml" ContentType="application/vnd.openxmlformats-officedocument.presentationml.comment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pt-P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scola Digital" initials="ED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 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6-02-18T18:16:04Z" idx="1">
    <p:pos x="7322" y="1857"/>
    <p:text>Editar o cronograma para condizer com o estado atual da execução das tarefas</p:text>
    <p:extLst>
      <p:ext uri="{C676402C-5697-4E1C-873F-D02D1690AC5C}">
        <p15:threadingInfo xmlns:p15="http://schemas.microsoft.com/office/powerpoint/2012/main" timeZoneBias="0"/>
      </p:ext>
      <p:ext uri="{19B8F6BF-5375-455C-9EA6-DF929625EA0E}">
        <p15:presenceInfo xmlns:p15="http://schemas.microsoft.com/office/powerpoint/2012/main" userId="teamlab_data:0;14;Escola Digital;1;14;Escola Digital;2;1;0;3;20;2026-02-18T18:16:04Z;4;38;{FB9643C1-DF22-01C3-B5E9-1BFCCD2602E1};" providerId="AD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6-02-18T18:29:05Z" idx="2">
    <p:pos x="7146" y="1149"/>
    <p:text>Colocar imagens de cada uma das ligagens e programas, e durante a apresentação mencionar porque a escolha de cada liguangem e respetivo porgrama</p:text>
    <p:extLst>
      <p:ext uri="{C676402C-5697-4E1C-873F-D02D1690AC5C}">
        <p15:threadingInfo xmlns:p15="http://schemas.microsoft.com/office/powerpoint/2012/main" timeZoneBias="0"/>
      </p:ext>
      <p:ext uri="{19B8F6BF-5375-455C-9EA6-DF929625EA0E}">
        <p15:presenceInfo xmlns:p15="http://schemas.microsoft.com/office/powerpoint/2012/main" userId="teamlab_data:0;14;Escola Digital;1;14;Escola Digital;2;1;0;3;20;2026-02-18T18:29:05Z;4;38;{3E2669D4-5E72-7480-E18F-187E53134193};" providerId="AD"/>
      </p:ext>
    </p:extLst>
  </p:cm>
</p:cmLst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161569" name="Espaço reservado para o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418336420" name="Espaço reservado para 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pt-PT"/>
              <a:t>10/30/2013</a:t>
            </a:fld>
            <a:endParaRPr lang="pt-PT"/>
          </a:p>
        </p:txBody>
      </p:sp>
      <p:sp>
        <p:nvSpPr>
          <p:cNvPr id="2065147184" name="Espaço reservado para imagem de diapositivo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PT"/>
          </a:p>
        </p:txBody>
      </p:sp>
      <p:sp>
        <p:nvSpPr>
          <p:cNvPr id="1204224497" name="Espaço reservado às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315685328" name="Espaço reservado a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064457753" name="Espaço reservado para 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pt-PT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678655" name="Espaço reservado para imagem de diapositivo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396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PT">
              <a:latin typeface="Arial"/>
              <a:cs typeface="Arial"/>
            </a:endParaRPr>
          </a:p>
        </p:txBody>
      </p:sp>
      <p:sp>
        <p:nvSpPr>
          <p:cNvPr id="432722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pt-PT"/>
              <a:t>1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64A3A-1A34-FA60-7BBE-64AB6D7F88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7A151E-0BF2-375D-0907-B045BD3C1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FB3D62-57F8-3373-0B1B-EF0CC7492A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41049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922767910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PT"/>
              <a:t>Faça clique para editar o estilo</a:t>
            </a:r>
            <a:endParaRPr lang="pt-PT"/>
          </a:p>
        </p:txBody>
      </p:sp>
      <p:sp>
        <p:nvSpPr>
          <p:cNvPr id="20719509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208953899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403656157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5426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49611293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2020189620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225832786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653824541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11831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150168847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601344453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413216523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966467998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2457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965865396" name="Marcador de Posição de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833376298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66037194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483382849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331191456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354415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55907986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835735022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964392384" name="Marcador de Posição do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07632082" name="Marcador de Posição de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992702722" name="Marcador de Posição d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353163459" name="Marcador de Posição do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763456491" name="Marcador de Posição do Número do Diapositivo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70894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0673103" name="Marcador de Posição d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554532874" name="Marcador de Posição do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134409068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776" name="Marcador de Posição d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835641997" name="Marcador de Posição do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263528015" name="Marcador de Posição do Número do Diapositivo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189599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209213234" name="Marcador de Posição de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542760399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1432484272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7458095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768664047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09693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491038972" name="Marcador de Posição da Imagem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PT"/>
              <a:t>Clique no ícone para adicionar imagem</a:t>
            </a:r>
            <a:endParaRPr lang="pt-PT"/>
          </a:p>
        </p:txBody>
      </p:sp>
      <p:sp>
        <p:nvSpPr>
          <p:cNvPr id="2084900167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PT"/>
              <a:t>Clique para editar os estilos</a:t>
            </a:r>
            <a:endParaRPr/>
          </a:p>
        </p:txBody>
      </p:sp>
      <p:sp>
        <p:nvSpPr>
          <p:cNvPr id="269868229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549638922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818756650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492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395939092" name="Marcador de Posição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2116362710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419197565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1833728265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163171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PT"/>
              <a:t>Clique para editar o estilo</a:t>
            </a:r>
            <a:endParaRPr lang="pt-PT"/>
          </a:p>
        </p:txBody>
      </p:sp>
      <p:sp>
        <p:nvSpPr>
          <p:cNvPr id="1254659031" name="Marcador de Posição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PT"/>
              <a:t>Clique para editar os estilos</a:t>
            </a:r>
            <a:endParaRPr/>
          </a:p>
          <a:p>
            <a:pPr lvl="1">
              <a:defRPr/>
            </a:pPr>
            <a:r>
              <a:rPr lang="pt-PT"/>
              <a:t>Segundo nível</a:t>
            </a:r>
            <a:endParaRPr/>
          </a:p>
          <a:p>
            <a:pPr lvl="2">
              <a:defRPr/>
            </a:pPr>
            <a:r>
              <a:rPr lang="pt-PT"/>
              <a:t>Terceiro nível</a:t>
            </a:r>
            <a:endParaRPr/>
          </a:p>
          <a:p>
            <a:pPr lvl="3">
              <a:defRPr/>
            </a:pPr>
            <a:r>
              <a:rPr lang="pt-PT"/>
              <a:t>Quarto nível</a:t>
            </a:r>
            <a:endParaRPr/>
          </a:p>
          <a:p>
            <a:pPr lvl="4">
              <a:defRPr/>
            </a:pPr>
            <a:r>
              <a:rPr lang="pt-PT"/>
              <a:t>Quinto nível</a:t>
            </a:r>
            <a:endParaRPr lang="pt-PT"/>
          </a:p>
        </p:txBody>
      </p:sp>
      <p:sp>
        <p:nvSpPr>
          <p:cNvPr id="1791729850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PT"/>
              <a:t>30.10.2013</a:t>
            </a:fld>
            <a:endParaRPr lang="pt-PT"/>
          </a:p>
        </p:txBody>
      </p:sp>
      <p:sp>
        <p:nvSpPr>
          <p:cNvPr id="1206045429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PT"/>
          </a:p>
        </p:txBody>
      </p:sp>
      <p:sp>
        <p:nvSpPr>
          <p:cNvPr id="773656093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PT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223710" name="Marcador de Posição do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815074759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553989359" name="Marcador de Posição d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676471867" name="Marcador de Posição do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23287075" name="Marcador de Posição do Número do Diapositivo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comments" Target="../comments/commen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86981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98" y="124917"/>
            <a:ext cx="12226352" cy="2170450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pt-PT" sz="4800"/>
              <a:t>Apresentação intermédias </a:t>
            </a:r>
            <a:br>
              <a:rPr lang="pt-PT" sz="4800"/>
            </a:br>
            <a:r>
              <a:rPr lang="pt-PT" sz="4800"/>
              <a:t>PAP</a:t>
            </a:r>
            <a:br>
              <a:rPr lang="pt-PT" sz="4800"/>
            </a:br>
            <a:r>
              <a:rPr lang="pt-PT" sz="2800"/>
              <a:t>(Prova de Aptidão Profissional)</a:t>
            </a:r>
            <a:endParaRPr lang="pt-PT"/>
          </a:p>
        </p:txBody>
      </p:sp>
      <p:sp>
        <p:nvSpPr>
          <p:cNvPr id="10292272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804373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pt-PT"/>
              <a:t>Elaborado por :</a:t>
            </a:r>
            <a:endParaRPr lang="pt-PT"/>
          </a:p>
          <a:p>
            <a:pPr algn="l">
              <a:defRPr/>
            </a:pPr>
            <a:r>
              <a:rPr lang="pt-PT"/>
              <a:t>Arthur de Mello Mattos	Nº1	12ºTGPSI</a:t>
            </a:r>
            <a:endParaRPr lang="pt-PT"/>
          </a:p>
          <a:p>
            <a:pPr algn="l">
              <a:defRPr/>
            </a:pPr>
            <a:r>
              <a:rPr lang="pt-PT"/>
              <a:t>Fábio Vitoriano 	Nº4	12ºTGPSI</a:t>
            </a:r>
            <a:endParaRPr lang="pt-PT"/>
          </a:p>
          <a:p>
            <a:pPr algn="l">
              <a:defRPr/>
            </a:pPr>
            <a:r>
              <a:rPr lang="pt-PT"/>
              <a:t>  </a:t>
            </a:r>
            <a:endParaRPr lang="pt-PT"/>
          </a:p>
        </p:txBody>
      </p:sp>
      <p:sp>
        <p:nvSpPr>
          <p:cNvPr id="1935488173" name=""/>
          <p:cNvSpPr txBox="1"/>
          <p:nvPr/>
        </p:nvSpPr>
        <p:spPr bwMode="auto">
          <a:xfrm rot="0" flipH="0" flipV="0">
            <a:off x="3202622" y="2935573"/>
            <a:ext cx="5846037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8000">
                <a:latin typeface="Mom´sTypewriter"/>
                <a:ea typeface="Mom´sTypewriter"/>
                <a:cs typeface="Mom´sTypewriter"/>
              </a:rPr>
              <a:t>imoral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03218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 que é a imoral?</a:t>
            </a:r>
            <a:endParaRPr/>
          </a:p>
        </p:txBody>
      </p:sp>
      <p:sp>
        <p:nvSpPr>
          <p:cNvPr id="596931068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buFont typeface="Arial"/>
              <a:buNone/>
              <a:defRPr/>
            </a:pPr>
            <a:r>
              <a:rPr/>
              <a:t>Tema:</a:t>
            </a:r>
            <a:endParaRPr/>
          </a:p>
          <a:p>
            <a:pPr>
              <a:defRPr/>
            </a:pPr>
            <a:r>
              <a:rPr/>
              <a:t>Uma marca independente de roupa alternativa</a:t>
            </a:r>
            <a:endParaRPr/>
          </a:p>
          <a:p>
            <a:pPr>
              <a:defRPr/>
            </a:pPr>
            <a:r>
              <a:rPr/>
              <a:t>Foco na personalização de roupa e identidade própria</a:t>
            </a:r>
            <a:endParaRPr/>
          </a:p>
          <a:p>
            <a:pPr>
              <a:defRPr/>
            </a:pPr>
            <a:r>
              <a:rPr/>
              <a:t>Para a alem de uma marca busca ser um espaço de comunidade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Objetivos:</a:t>
            </a:r>
            <a:endParaRPr/>
          </a:p>
          <a:p>
            <a:pPr>
              <a:defRPr/>
            </a:pPr>
            <a:r>
              <a:rPr/>
              <a:t>Desenvolver um site e aplicação móvel que possibilitem a venda dos produtos</a:t>
            </a:r>
            <a:endParaRPr/>
          </a:p>
          <a:p>
            <a:pPr>
              <a:defRPr/>
            </a:pPr>
            <a:r>
              <a:rPr/>
              <a:t>Para alem da loja, incluir um espaço comunitário semelhante a uma rede social ou fórum.</a:t>
            </a:r>
            <a:endParaRPr/>
          </a:p>
          <a:p>
            <a:pPr>
              <a:defRPr/>
            </a:pPr>
            <a:r>
              <a:rPr/>
              <a:t>Criar um editor visual simples que ofereça a possibilidade de o comprador personalizar certas peças de roupa ao seu gosto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7948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Cronogama do projeto</a:t>
            </a:r>
            <a:endParaRPr/>
          </a:p>
        </p:txBody>
      </p:sp>
      <p:sp>
        <p:nvSpPr>
          <p:cNvPr id="752943361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635820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54835" y="1825624"/>
            <a:ext cx="8020049" cy="4514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672587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Materiais usados</a:t>
            </a:r>
            <a:endParaRPr/>
          </a:p>
        </p:txBody>
      </p:sp>
      <p:sp>
        <p:nvSpPr>
          <p:cNvPr id="1213414113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457200" lvl="1" indent="0">
              <a:buFont typeface="Arial"/>
              <a:buNone/>
              <a:defRPr/>
            </a:pPr>
            <a:r>
              <a:rPr/>
              <a:t>Linguagens de programação</a:t>
            </a:r>
            <a:endParaRPr/>
          </a:p>
          <a:p>
            <a:pPr marL="457200" lvl="1" indent="0">
              <a:buFont typeface="Arial"/>
              <a:buNone/>
              <a:defRPr/>
            </a:pPr>
            <a:r>
              <a:rPr/>
              <a:t>Java, sql, html, javascript, css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r>
              <a:rPr/>
              <a:t>Programas utilizados</a:t>
            </a:r>
            <a:endParaRPr/>
          </a:p>
          <a:p>
            <a:pPr marL="457200" lvl="1" indent="0">
              <a:buFont typeface="Arial"/>
              <a:buNone/>
              <a:defRPr/>
            </a:pPr>
            <a:r>
              <a:rPr/>
              <a:t>blueJ, vscode, android studio, laragon, figma, photoshop</a:t>
            </a: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  <a:p>
            <a:pPr marL="457200" lvl="1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2026-02-19T08:41:20Z</dcterms:modified>
</cp:coreProperties>
</file>